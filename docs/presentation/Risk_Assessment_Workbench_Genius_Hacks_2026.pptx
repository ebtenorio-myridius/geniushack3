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64748B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64748B"/>
                </a:solidFill>
                <a:latin typeface="Calibri"/>
              </a:rPr>
              <a:t>Category weight in the risk score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25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Customer + geography</c:v>
                  </c:pt>
                  <c:pt idx="1">
                    <c:v>Product + channel</c:v>
                  </c:pt>
                  <c:pt idx="2">
                    <c:v>Third party</c:v>
                  </c:pt>
                  <c:pt idx="3">
                    <c:v>Complexity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0A25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A254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123A6B"/>
          </a:solidFill>
          <a:ln w="12700">
            <a:solidFill>
              <a:srgbClr val="12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463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DB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GENIUS HACKS 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 unstructured change request to a governed, reviewable risk decision.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DB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synthetic-data vertical slice for FCRM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0" y="201168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EVIDENCE.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HUMANS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ACCOUNTABLE.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5852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B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is slow, variable, and hard to reconstruct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44824" cy="4023360"/>
          </a:xfrm>
          <a:prstGeom prst="roundRect">
            <a:avLst>
              <a:gd name="adj" fmla="val 2064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30876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Word, Excel, SharePoint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business days per assessment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analysts can reach different conclusions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22064" y="1783080"/>
            <a:ext cx="3544824" cy="4023360"/>
          </a:xfrm>
          <a:prstGeom prst="roundRect">
            <a:avLst>
              <a:gd name="adj" fmla="val 2064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0664" y="19659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 question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50664" y="2560320"/>
            <a:ext cx="30876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this change rated this way?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scattered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is slow and incomplete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095488" y="1783080"/>
            <a:ext cx="3544824" cy="4023360"/>
          </a:xfrm>
          <a:prstGeom prst="roundRect">
            <a:avLst>
              <a:gd name="adj" fmla="val 2064"/>
            </a:avLst>
          </a:prstGeom>
          <a:solidFill>
            <a:srgbClr val="0A2540"/>
          </a:solidFill>
          <a:ln w="9525">
            <a:solidFill>
              <a:srgbClr val="0A25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4088" y="19659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4088" y="2560320"/>
            <a:ext cx="30876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governed case record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structures evidence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own the decision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PRODUCT DEFINITION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case, one traceable path to decision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76272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0592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50592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78224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52544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review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80176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54496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54496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82128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6448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56448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784080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0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0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544824" cy="2377440"/>
          </a:xfrm>
          <a:prstGeom prst="roundRect">
            <a:avLst>
              <a:gd name="adj" fmla="val 3077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47472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069080"/>
            <a:ext cx="30876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the change and supplies the source document.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322064" y="3291840"/>
            <a:ext cx="3544824" cy="2377440"/>
          </a:xfrm>
          <a:prstGeom prst="roundRect">
            <a:avLst>
              <a:gd name="adj" fmla="val 3077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347472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FCRM analyst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50664" y="4069080"/>
            <a:ext cx="30876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facts, edits the draft, owns the assessment, and records rationale.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095488" y="3291840"/>
            <a:ext cx="3544824" cy="2377440"/>
          </a:xfrm>
          <a:prstGeom prst="roundRect">
            <a:avLst>
              <a:gd name="adj" fmla="val 3077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4088" y="347472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committee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24088" y="4069080"/>
            <a:ext cx="30876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escalated cases and records the human decision and conditions.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deliberately narrow AI boundary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76272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0592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50592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78224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52544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JSON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80176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54496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54496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82128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6448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56448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784080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0" y="1783080"/>
            <a:ext cx="158191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0" y="1783080"/>
            <a:ext cx="15819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200400"/>
            <a:ext cx="5431536" cy="2651760"/>
          </a:xfrm>
          <a:prstGeom prst="roundRect">
            <a:avLst>
              <a:gd name="adj" fmla="val 2759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383280"/>
            <a:ext cx="4974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 (probabilistic)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3977640"/>
            <a:ext cx="49743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 from unstructured text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ambiguity and risk factors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targeted synthetic policy evidence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08776" y="3200400"/>
            <a:ext cx="5431536" cy="2651760"/>
          </a:xfrm>
          <a:prstGeom prst="roundRect">
            <a:avLst>
              <a:gd name="adj" fmla="val 2759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37376" y="3383280"/>
            <a:ext cx="4974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does  (deterministic)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37376" y="3977640"/>
            <a:ext cx="49743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schemas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scores and thresholds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transitions and audit writes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HARNESS AND CONTEXT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 is data, not authority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44824" cy="4023360"/>
          </a:xfrm>
          <a:prstGeom prst="roundRect">
            <a:avLst>
              <a:gd name="adj" fmla="val 2064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boundary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30876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text is explicitly untrusted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instructions cannot approve a case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requires faithful extraction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22064" y="1783080"/>
            <a:ext cx="3544824" cy="4023360"/>
          </a:xfrm>
          <a:prstGeom prst="roundRect">
            <a:avLst>
              <a:gd name="adj" fmla="val 2064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0664" y="19659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contract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50664" y="2560320"/>
            <a:ext cx="30876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 at the model boundary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output fails loudly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versions remain reconstructable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5488" y="1783080"/>
            <a:ext cx="3544824" cy="4023360"/>
          </a:xfrm>
          <a:prstGeom prst="roundRect">
            <a:avLst>
              <a:gd name="adj" fmla="val 2064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4088" y="19659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 context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4088" y="2560320"/>
            <a:ext cx="30876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policy IDs and source paths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version telemetry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can disagree with rationale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prepares; people decide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96230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196230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6662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0982" y="1783080"/>
            <a:ext cx="1962302" cy="731520"/>
          </a:xfrm>
          <a:prstGeom prst="roundRect">
            <a:avLst>
              <a:gd name="adj" fmla="val 12500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30982" y="1783080"/>
            <a:ext cx="196230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39005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13325" y="1783080"/>
            <a:ext cx="196230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13325" y="1783080"/>
            <a:ext cx="196230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21347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95667" y="1783080"/>
            <a:ext cx="1962302" cy="731520"/>
          </a:xfrm>
          <a:prstGeom prst="roundRect">
            <a:avLst>
              <a:gd name="adj" fmla="val 125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95667" y="1783080"/>
            <a:ext cx="196230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403690" y="2020824"/>
            <a:ext cx="228600" cy="256032"/>
          </a:xfrm>
          <a:prstGeom prst="rightArrow">
            <a:avLst/>
          </a:prstGeom>
          <a:solidFill>
            <a:srgbClr val="8DB4E2"/>
          </a:solidFill>
          <a:ln w="12700">
            <a:solidFill>
              <a:srgbClr val="8DB4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78010" y="1783080"/>
            <a:ext cx="1962302" cy="731520"/>
          </a:xfrm>
          <a:prstGeom prst="roundRect">
            <a:avLst>
              <a:gd name="adj" fmla="val 12500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78010" y="1783080"/>
            <a:ext cx="196230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200400"/>
            <a:ext cx="3544824" cy="2560320"/>
          </a:xfrm>
          <a:prstGeom prst="roundRect">
            <a:avLst>
              <a:gd name="adj" fmla="val 2857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38328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gate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3977640"/>
            <a:ext cx="3087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or reject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and rescore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+ rationale required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322064" y="3200400"/>
            <a:ext cx="3544824" cy="2560320"/>
          </a:xfrm>
          <a:prstGeom prst="roundRect">
            <a:avLst>
              <a:gd name="adj" fmla="val 2857"/>
            </a:avLst>
          </a:prstGeom>
          <a:solidFill>
            <a:srgbClr val="0A2540"/>
          </a:solidFill>
          <a:ln w="9525">
            <a:solidFill>
              <a:srgbClr val="0A25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50664" y="338328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 gate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4550664" y="3977640"/>
            <a:ext cx="3087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High/critical cases escalate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Role-gated queue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reject, defer, or conditions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95488" y="3200400"/>
            <a:ext cx="3544824" cy="2560320"/>
          </a:xfrm>
          <a:prstGeom prst="roundRect">
            <a:avLst>
              <a:gd name="adj" fmla="val 2857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24088" y="338328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evidence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24088" y="3977640"/>
            <a:ext cx="3087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UTC timestamps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 records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and edited extraction versions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limitation: demo headers are not production identity; database immutability and decision policy remain.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JUDGEMENT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is explainable by construction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309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223760" y="1783080"/>
            <a:ext cx="4416552" cy="2103120"/>
          </a:xfrm>
          <a:prstGeom prst="roundRect">
            <a:avLst>
              <a:gd name="adj" fmla="val 3478"/>
            </a:avLst>
          </a:prstGeom>
          <a:solidFill>
            <a:srgbClr val="0A2540"/>
          </a:solidFill>
          <a:ln w="9525">
            <a:solidFill>
              <a:srgbClr val="0A25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52360" y="1965960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an LLM score?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560320"/>
            <a:ext cx="3959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committee must reproduce, challenge, and test the number. The model structures evidence; deterministic Python combines category scores.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223760" y="4023360"/>
            <a:ext cx="4416552" cy="2103120"/>
          </a:xfrm>
          <a:prstGeom prst="roundRect">
            <a:avLst>
              <a:gd name="adj" fmla="val 3478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52360" y="4206240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4800600"/>
            <a:ext cx="3959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categories are mapped to FFIEC, FATF, and OFAC research sources. FCRM approval and residual-risk controls remain production gates.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EVIDENCE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the model, not just the demo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601468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71800"/>
            <a:ext cx="22357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cases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78708" y="1783080"/>
            <a:ext cx="2601468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78708" y="192024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0/8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2971800"/>
            <a:ext cx="22357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live calls succeeded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08776" y="1783080"/>
            <a:ext cx="2601468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08776" y="192024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6391656" y="2971800"/>
            <a:ext cx="22357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metrics unavailable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38844" y="1783080"/>
            <a:ext cx="2601468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38844" y="192024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221724" y="2971800"/>
            <a:ext cx="22357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11091672" cy="2103120"/>
          </a:xfrm>
          <a:prstGeom prst="roundRect">
            <a:avLst>
              <a:gd name="adj" fmla="val 3478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20624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loop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800600"/>
            <a:ext cx="10634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evaluation finds missing products and weak risk-factor capture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rules and scoring signals are updated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tests protect the improvement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EVIDENCE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part of delivery, not only runtime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658112" cy="2468880"/>
          </a:xfrm>
          <a:prstGeom prst="roundRect">
            <a:avLst>
              <a:gd name="adj" fmla="val 4412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96596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97480"/>
            <a:ext cx="1383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00400"/>
            <a:ext cx="1383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→ spec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35352" y="1783080"/>
            <a:ext cx="1658112" cy="2468880"/>
          </a:xfrm>
          <a:prstGeom prst="roundRect">
            <a:avLst>
              <a:gd name="adj" fmla="val 4412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18232" y="196596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18232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572512" y="2697480"/>
            <a:ext cx="1383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572512" y="3200400"/>
            <a:ext cx="1383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→ decision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22064" y="1783080"/>
            <a:ext cx="1658112" cy="2468880"/>
          </a:xfrm>
          <a:prstGeom prst="roundRect">
            <a:avLst>
              <a:gd name="adj" fmla="val 4412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04944" y="196596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04944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459224" y="2697480"/>
            <a:ext cx="1383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459224" y="3200400"/>
            <a:ext cx="1383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→ code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08776" y="1783080"/>
            <a:ext cx="1658112" cy="2468880"/>
          </a:xfrm>
          <a:prstGeom prst="roundRect">
            <a:avLst>
              <a:gd name="adj" fmla="val 4412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91656" y="196596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91656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45936" y="2697480"/>
            <a:ext cx="1383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45936" y="3200400"/>
            <a:ext cx="1383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→ metrics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95488" y="1783080"/>
            <a:ext cx="1658112" cy="2468880"/>
          </a:xfrm>
          <a:prstGeom prst="roundRect">
            <a:avLst>
              <a:gd name="adj" fmla="val 4412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78368" y="196596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78368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232648" y="2697480"/>
            <a:ext cx="1383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232648" y="3200400"/>
            <a:ext cx="1383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runbook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982200" y="1783080"/>
            <a:ext cx="1658112" cy="2468880"/>
          </a:xfrm>
          <a:prstGeom prst="roundRect">
            <a:avLst>
              <a:gd name="adj" fmla="val 4412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65080" y="196596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1650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0119360" y="2697480"/>
            <a:ext cx="1383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119360" y="3200400"/>
            <a:ext cx="1383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→ feedback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466344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663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has an AI instruction, a human gate, and a repository artifact.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AND OPERATIONS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Free-first locally, credible path to production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44824" cy="3566160"/>
          </a:xfrm>
          <a:prstGeom prst="roundRect">
            <a:avLst>
              <a:gd name="adj" fmla="val 2064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demo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30876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named volume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only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OpenAI inference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22064" y="1783080"/>
            <a:ext cx="3544824" cy="3566160"/>
          </a:xfrm>
          <a:prstGeom prst="roundRect">
            <a:avLst>
              <a:gd name="adj" fmla="val 2064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0664" y="19659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Free-first target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50664" y="2560320"/>
            <a:ext cx="30876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adapter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worker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Prometheus/Grafana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5488" y="1783080"/>
            <a:ext cx="3544824" cy="3566160"/>
          </a:xfrm>
          <a:prstGeom prst="roundRect">
            <a:avLst>
              <a:gd name="adj" fmla="val 2064"/>
            </a:avLst>
          </a:prstGeom>
          <a:solidFill>
            <a:srgbClr val="0A2540"/>
          </a:solidFill>
          <a:ln w="9525">
            <a:solidFill>
              <a:srgbClr val="0A25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4088" y="196596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gate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4088" y="2560320"/>
            <a:ext cx="30876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identity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and secrets manager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and backups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scanning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rollback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intentionally honest: prototype-ready, not a bank production deployment.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DEMONSTRATION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synthetic case, end to end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7830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SYN-001 PDF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02920" cy="50292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4688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JSON + score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154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and rescore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0A25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404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analyst review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0A25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526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 decision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8640" y="5212080"/>
            <a:ext cx="502920" cy="502920"/>
          </a:xfrm>
          <a:prstGeom prst="ellipse">
            <a:avLst/>
          </a:prstGeom>
          <a:solidFill>
            <a:srgbClr val="0A25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120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audit events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949440" y="1783080"/>
            <a:ext cx="4690872" cy="3291840"/>
          </a:xfrm>
          <a:prstGeom prst="roundRect">
            <a:avLst>
              <a:gd name="adj" fmla="val 2222"/>
            </a:avLst>
          </a:prstGeom>
          <a:solidFill>
            <a:srgbClr val="EEF4FB"/>
          </a:solidFill>
          <a:ln w="9525">
            <a:solidFill>
              <a:srgbClr val="C9DB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8040" y="1965960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560320"/>
            <a:ext cx="4233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provider is unavailable, show the synthetic contract tests and the recorded evaluation results. Scoring, persistence, and state transitions remain locally testable.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DB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PANEL SHOULD REMEMBER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workbench makes reasoning visible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B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Workbench  |  Genius Hacks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B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5669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evidence.</a:t>
            </a:r>
            <a:endParaRPr lang="en-US" sz="3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disagreement.</a:t>
            </a:r>
            <a:endParaRPr lang="en-US" sz="3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humans accountable.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4873752" cy="3840480"/>
          </a:xfrm>
          <a:prstGeom prst="roundRect">
            <a:avLst>
              <a:gd name="adj" fmla="val 1905"/>
            </a:avLst>
          </a:prstGeom>
          <a:solidFill>
            <a:srgbClr val="123A6B"/>
          </a:solidFill>
          <a:ln w="9525">
            <a:solidFill>
              <a:srgbClr val="3B8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86600" y="2011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DB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260604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extraction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scoring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evidence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review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 decisions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evaluation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2026-09-24T21:43:08Z</dcterms:created>
  <dcterms:modified xsi:type="dcterms:W3CDTF">2026-09-24T21:43:08Z</dcterms:modified>
</cp:coreProperties>
</file>