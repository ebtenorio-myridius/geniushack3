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2" d="100"/>
          <a:sy n="112" d="100"/>
        </p:scale>
        <p:origin x="-474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92440" y="109728"/>
            <a:ext cx="4096512" cy="6748272"/>
          </a:xfrm>
          <a:prstGeom prst="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5303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974C"/>
                </a:solidFill>
                <a:latin typeface="Aptos"/>
              </a:rPr>
              <a:t>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6766560" cy="1417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800" b="1">
                <a:solidFill>
                  <a:srgbClr val="F4F7F8"/>
                </a:solidFill>
                <a:latin typeface="Aptos"/>
              </a:rPr>
              <a:t>Risk Assessment
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217920" cy="7315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000" b="0">
                <a:solidFill>
                  <a:srgbClr val="AABCC6"/>
                </a:solidFill>
                <a:latin typeface="Aptos"/>
              </a:rPr>
              <a:t>From an unstructured change request to a governed, reviewable risk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5029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300" b="1">
                <a:solidFill>
                  <a:srgbClr val="2FAEA4"/>
                </a:solidFill>
                <a:latin typeface="Aptos"/>
              </a:rPr>
              <a:t>A synthetic-data vertical slice for FCRM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051560"/>
            <a:ext cx="2651760" cy="9144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1417320"/>
            <a:ext cx="2651760" cy="20116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300" b="1">
                <a:solidFill>
                  <a:srgbClr val="F4F7F8"/>
                </a:solidFill>
                <a:latin typeface="Aptos"/>
              </a:rPr>
              <a:t>PREPARE
EVIDENCE
KEEP HUMANS
ACCOUNTABLE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5989320"/>
            <a:ext cx="265176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28 September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process is slow, variable, and hard to reconstruct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73152" cy="301752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Email, Word, Excel, SharePoint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15–20 business days per assessment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Different analysts can reach different conclusions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73152" cy="301752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224028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Examiner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Why was this change rated this way?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Evidence is scattered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Reconstruction is slow and incomplete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01583" y="2057400"/>
            <a:ext cx="73152" cy="301752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0183" y="224028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Our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One governed case record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AI structures evidence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Humans own the decision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EXPANDED PRODUCT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case, one traceable path to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Extracted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Analyst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Decisioned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388620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40690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07992"/>
            <a:ext cx="3017520" cy="433965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 dirty="0">
                <a:solidFill>
                  <a:srgbClr val="AABCC6"/>
                </a:solidFill>
                <a:latin typeface="Aptos"/>
              </a:rPr>
              <a:t>Signs in with a demo role and submits the source document.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89120" y="3886200"/>
            <a:ext cx="73152" cy="13258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7720" y="40690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FCRM 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507992"/>
            <a:ext cx="3017520" cy="433965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 dirty="0">
                <a:solidFill>
                  <a:srgbClr val="AABCC6"/>
                </a:solidFill>
                <a:latin typeface="Aptos"/>
              </a:rPr>
              <a:t>Verifies facts, edits the draft, owns the assessment, and records rationale.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46720" y="3886200"/>
            <a:ext cx="73152" cy="132588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Risk committee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07992"/>
            <a:ext cx="3017520" cy="433965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 dirty="0">
                <a:solidFill>
                  <a:srgbClr val="AABCC6"/>
                </a:solidFill>
                <a:latin typeface="Aptos"/>
              </a:rPr>
              <a:t>Reviews escalated cases and records a vote with rationale.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 deliberately narrow AI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pypdf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LLM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401568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974C"/>
                </a:solidFill>
                <a:latin typeface="Aptos"/>
              </a:rPr>
              <a:t>Probabilistic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401568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2FAEA4"/>
                </a:solidFill>
                <a:latin typeface="Aptos"/>
              </a:rPr>
              <a:t>Deterministic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886200"/>
            <a:ext cx="73152" cy="15544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AI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507992"/>
            <a:ext cx="4572000" cy="87716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Extract structure from unstructured text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Identify stated risk factors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Attempt semantic policy retrieval when configured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1" name="Rectangle 30"/>
          <p:cNvSpPr/>
          <p:nvPr/>
        </p:nvSpPr>
        <p:spPr>
          <a:xfrm>
            <a:off x="6400800" y="3886200"/>
            <a:ext cx="73152" cy="15544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4069080"/>
            <a:ext cx="457200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Code does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507992"/>
            <a:ext cx="4572000" cy="87716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Validate schemas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Calculate scores and thresholds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Persist workflow events; policy lookup falls back to rules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AI HARNESS AND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document is data, not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73152" cy="320040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Source text is explicitly untrusted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Embedded instructions cannot approve a case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The 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70832" y="1920240"/>
            <a:ext cx="73152" cy="32004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210312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Structured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Pydantic schema at the model boundary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Malformed output fails loudly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Extraction versions remain reconstructable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10144" y="1920240"/>
            <a:ext cx="73152" cy="320040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2103120"/>
            <a:ext cx="30632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Traceable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policy IDs and source paths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Prompt version telemetry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Analyst can disagree with rationale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system prepares; people decide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73152" cy="150876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393192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Accept or reject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Edit and rescore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Rationale required; demo identity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89120" y="3749039"/>
            <a:ext cx="73152" cy="150876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20" y="393192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Committee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Three distinct votes required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Approve / reject / conditions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Two approvals approve; otherwise reject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46720" y="3749039"/>
            <a:ext cx="73152" cy="150876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393192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Audit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UTC timestamps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Application-level append-only events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Original and edited extraction versions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715000"/>
            <a:ext cx="10972800" cy="384048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100" b="0">
                <a:solidFill>
                  <a:srgbClr val="AABCC6"/>
                </a:solidFill>
                <a:latin typeface="Aptos"/>
              </a:rPr>
              <a:t>Prototype only: identity and endpoint authorization are incomplete; the voting rule is not approved institutional policy; storage is not tamper-proof.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ENGINEERING JUDGEMENT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Scoring is explainable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4688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Customer + geography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47672"/>
            <a:ext cx="3200400" cy="256032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0" y="192024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2FAEA4"/>
                </a:solidFill>
                <a:latin typeface="Aptos"/>
              </a:rPr>
              <a:t>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4688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Product + channel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587751"/>
            <a:ext cx="2743200" cy="256032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256032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F4974C"/>
                </a:solidFill>
                <a:latin typeface="Aptos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4688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Third party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227832"/>
            <a:ext cx="1828800" cy="256032"/>
          </a:xfrm>
          <a:prstGeom prst="round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0" y="320040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69C48B"/>
                </a:solidFill>
                <a:latin typeface="Aptos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246888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67912"/>
            <a:ext cx="1371600" cy="256032"/>
          </a:xfrm>
          <a:prstGeom prst="round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3840480"/>
            <a:ext cx="7315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500" b="1">
                <a:solidFill>
                  <a:srgbClr val="AABCC6"/>
                </a:solidFill>
                <a:latin typeface="Apto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874519"/>
            <a:ext cx="3383280" cy="22860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55279" y="1874519"/>
            <a:ext cx="73152" cy="22860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83879" y="2057400"/>
            <a:ext cx="297180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Why not an LLM score?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496312"/>
            <a:ext cx="2971800" cy="1141851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0" dirty="0">
                <a:solidFill>
                  <a:srgbClr val="AABCC6"/>
                </a:solidFill>
                <a:latin typeface="Aptos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434840"/>
            <a:ext cx="338328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43484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617720"/>
            <a:ext cx="297180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Grounding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937760"/>
            <a:ext cx="2971800" cy="803297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 dirty="0">
                <a:solidFill>
                  <a:srgbClr val="AABCC6"/>
                </a:solidFill>
                <a:latin typeface="Aptos"/>
              </a:rPr>
              <a:t>Weights and synthetic policy material are not approved supervisory mappings. Control effectiveness and residual risk are not modeled.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TESTING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We measure the model, not just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97280" cy="7315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synthetic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874519"/>
            <a:ext cx="1920240" cy="7315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3600" b="1">
                <a:solidFill>
                  <a:srgbClr val="F4974C"/>
                </a:solidFill>
                <a:latin typeface="Aptos"/>
              </a:rPr>
              <a:t>8/8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97480"/>
            <a:ext cx="25603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live calls succeeded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74519"/>
            <a:ext cx="1920240" cy="7315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3600" b="1">
                <a:solidFill>
                  <a:srgbClr val="69C48B"/>
                </a:solidFill>
                <a:latin typeface="Aptos"/>
              </a:rPr>
              <a:t>67.5%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97480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AABCC6"/>
                </a:solidFill>
                <a:latin typeface="Aptos"/>
              </a:rPr>
              <a:t>field accuracy (54/80)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19"/>
            <a:ext cx="1645920" cy="7315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3600" b="1">
                <a:solidFill>
                  <a:srgbClr val="2FAEA4"/>
                </a:solidFill>
                <a:latin typeface="Apto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97480"/>
            <a:ext cx="25603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risk-level agreement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54680"/>
            <a:ext cx="850392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Mean latency: 2,790 ms  /  pytest: 46 passed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794759"/>
            <a:ext cx="7955279" cy="1446107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03120" y="379476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31720" y="3977640"/>
            <a:ext cx="754380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240090"/>
            <a:ext cx="7543800" cy="87716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Eight synthetic cases; not a production accuracy estimate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Perfect score agreement does not mean extraction fields were all correct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rPr sz="1200" dirty="0"/>
              <a:t>•  Field-level errors remain visible for prompt iteration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SIX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SDLC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AI is part of delivery, not only runtime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87752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34056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4056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Options →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36008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Contract →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Cases →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39912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Image → runbook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41864" y="2029968"/>
            <a:ext cx="5029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26517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3337560"/>
            <a:ext cx="1417320" cy="4114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Telemetry →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892040"/>
            <a:ext cx="10332720" cy="36576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800" b="1">
                <a:solidFill>
                  <a:srgbClr val="F4F7F8"/>
                </a:solidFill>
                <a:latin typeface="Aptos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DEPLOYMENT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Free-first locally, credible path 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Current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Docker Compose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SQLite named volume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data only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OpenAI key required for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29260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20116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Free-first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Ollama adapter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PostgreSQL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MinIO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Redis worker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Prometheus/Grafana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73152" cy="292608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2011680"/>
            <a:ext cx="30175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Production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Real identity + endpoint authorization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TLS and secrets manager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Migrations and backups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Malware scanning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Alerts and rollback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700" b="1">
                <a:solidFill>
                  <a:srgbClr val="AABCC6"/>
                </a:solidFill>
                <a:latin typeface="Aptos"/>
              </a:rPr>
              <a:t>The demo is intentionally honest: prototype-ready, not a bank production deployment.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WORKING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synthetic case,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37360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1847088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10512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Sign in: product-owner-1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395728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505456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Upload sample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054096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27248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Inspect fields +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712463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822191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85615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Switch to analyst-1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370831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59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443983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Finalize with rationale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029199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5138927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102351"/>
            <a:ext cx="603504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Three committee votes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920240"/>
            <a:ext cx="283464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1920240"/>
            <a:ext cx="73152" cy="3017520"/>
          </a:xfrm>
          <a:prstGeom prst="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103120"/>
            <a:ext cx="2423160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Security boundary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542032"/>
            <a:ext cx="2423160" cy="2267712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300" b="0">
                <a:solidFill>
                  <a:srgbClr val="AABCC6"/>
                </a:solidFill>
                <a:latin typeface="Aptos"/>
              </a:rPr>
              <a:t>Use only synthetic data. Demo identity is not production authentication, and the upload endpoint is not role-gated. If OpenAI is unavailable, show recorded metrics and tests; extraction has no offline fallback.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THE PANEL SHOULD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 dirty="0">
                <a:solidFill>
                  <a:srgbClr val="F4F7F8"/>
                </a:solidFill>
                <a:latin typeface="Aptos"/>
              </a:rPr>
              <a:t>The workbench makes reasoning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Prepare evidence.
Preserve disagreement.
Keep humans accountable.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08760"/>
            <a:ext cx="393192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43800" y="1691639"/>
            <a:ext cx="3520439" cy="32004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30552"/>
            <a:ext cx="3520439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AI-assisted extraction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Deterministic scoring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Policy evidence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Versioned review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Committee decisions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Synthetic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6858000" cy="274320"/>
          </a:xfrm>
          <a:prstGeom prst="rect">
            <a:avLst/>
          </a:prstGeom>
          <a:noFill/>
        </p:spPr>
        <p:txBody>
          <a:bodyPr wrap="square" lIns="36576" tIns="18288" rIns="36576" anchor="t">
            <a:spAutoFit/>
          </a:bodyPr>
          <a:lstStyle/>
          <a:p>
            <a:pPr algn="l"/>
            <a:r>
              <a:rPr sz="1300" b="1">
                <a:solidFill>
                  <a:srgbClr val="AABCC6"/>
                </a:solidFill>
                <a:latin typeface="Aptos"/>
              </a:rPr>
              <a:t>Risk Assessment Workbench  /  Genius Hacks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854</Words>
  <Application>Microsoft Office PowerPoint</Application>
  <PresentationFormat>Custom</PresentationFormat>
  <Paragraphs>219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Eldon Tenorio</cp:lastModifiedBy>
  <cp:revision>5</cp:revision>
  <dcterms:created xsi:type="dcterms:W3CDTF">2013-01-27T09:14:16Z</dcterms:created>
  <dcterms:modified xsi:type="dcterms:W3CDTF">2026-09-28T11:40:30Z</dcterms:modified>
  <cp:category/>
</cp:coreProperties>
</file>